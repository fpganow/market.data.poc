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341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7580-2254-4C27-ED79-9537EF2E8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F935B1-C9FA-DCCB-3672-A37B2FCD7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E4369-7C57-D764-0F49-4B3AD38E8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E5-BB63-4152-A60A-1D86F01E9CD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26D32-75B4-CB18-D11A-91C111C05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B4F60-A4AF-FF3B-648A-F19736BB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BA08D-2508-4814-9B72-0CBEDE82E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6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EEBB5-0494-9BC2-0B9D-2B275AE8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79D00-5365-A056-B248-2D7D58083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75A59-6878-1064-37C6-2BABB655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E5-BB63-4152-A60A-1D86F01E9CD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9F3C1-7E2D-2D43-14A4-C71492F02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A8A64-D250-D49A-C310-3D31B493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BA08D-2508-4814-9B72-0CBEDE82E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45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41FC3-66B4-8FBE-04EC-DC5103B3F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72307-CAE2-5D57-412C-FBEE14EA8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F6554-60D3-C5E7-502A-2968DE98B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E5-BB63-4152-A60A-1D86F01E9CD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1BA31-E672-B4D8-F6F3-6F43E5D2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DF806-1A5A-F494-D237-2856CCABF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BA08D-2508-4814-9B72-0CBEDE82E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760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367A2-4A5E-2FCA-2A83-A6EA08A8D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9D9CC-18AE-5C6B-8250-4E260DFB2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32CCF-474E-7778-A4C4-503514F47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3F8DE-5BD4-0695-1B3C-B89D95B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E5-BB63-4152-A60A-1D86F01E9CD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16696-B664-F119-C8C0-4839B50A2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1B7AA-9280-031C-B81E-B1298D2E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BA08D-2508-4814-9B72-0CBEDE82E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5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E47BB-F211-9C96-99AF-0268146A6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87232-C0C3-80F6-42BC-94C7040CA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BD8EC-2EE9-0E6A-18F5-F2A9B5689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2EA37B-B927-F51A-8969-1511A2B86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AE9E3D-A2E2-A06D-644C-EC8EBB403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A43D0-C511-CB5B-FD6D-4D4C1F54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E5-BB63-4152-A60A-1D86F01E9CD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F3A96-AD42-9302-3ABE-B9D6B27B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91EAD6-96F3-8338-D2F4-01A08FC1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BA08D-2508-4814-9B72-0CBEDE82E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4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86BCF-96A3-44F8-DB89-40863F259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5E011-78B8-90DF-908E-44A3154F7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E5-BB63-4152-A60A-1D86F01E9CD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215FCE-02A3-A8B4-D475-48D80153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819B0-E746-8C96-62E5-D144057C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BA08D-2508-4814-9B72-0CBEDE82E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28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B598EF-9A0A-028B-0F5D-61C93FE2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E5-BB63-4152-A60A-1D86F01E9CD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D8C440-0E1D-C58A-763E-EDBF4542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EBDEB-0721-7F28-020C-D6053240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BA08D-2508-4814-9B72-0CBEDE82E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8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ECCC-3528-B767-3AE2-CBC3C59BB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2E6F9-36D6-36C7-7530-D2558B516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72D9C-A0B3-8ED6-1A57-2A85500D6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386DF-63EC-18BB-DB62-88BD0024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E5-BB63-4152-A60A-1D86F01E9CD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4D4A06-EA5E-0789-400A-05211DFF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14DAA-2934-77F9-1DB9-E03B2968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BA08D-2508-4814-9B72-0CBEDE82E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57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93031-8DD6-75B3-B250-74BA76049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9B51AE-2938-2D91-7E74-1156B5D30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1D418-E3F6-CC8F-FF6B-55A2AAF19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4B31B-550A-E385-47BE-9F5C55B50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E5-BB63-4152-A60A-1D86F01E9CD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0A767-9353-7A22-0023-753E5AB75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497AB-6B08-E10E-4345-134D1237D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BA08D-2508-4814-9B72-0CBEDE82E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78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2A5F0-7039-8BB9-C0DC-28B21018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8B624-1AB3-44D3-E979-48C6E889D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B23FA-C370-540C-3994-DF8997D4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E5-BB63-4152-A60A-1D86F01E9CD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EF47D-07E3-409F-DC27-668929D5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F50E1-2681-0D68-0342-072E62A3E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BA08D-2508-4814-9B72-0CBEDE82E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7A65F6-3249-6E21-1BAD-60BDC7256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44F53-A19F-CBFC-C928-5269FA7D6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FA86C-FF4A-EEDD-20D2-72A2EE8FC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36E5-BB63-4152-A60A-1D86F01E9CD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C16B9-4BE0-166F-58AE-51C996A21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925E1-E574-9725-54B7-A15C42B3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BA08D-2508-4814-9B72-0CBEDE82E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AB13C8-2701-2AFE-041B-62B654269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E976B-6844-ADBF-5B53-1AADC4882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267D-2FBC-E0CD-A617-E5302D6972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7936E5-BB63-4152-A60A-1D86F01E9CD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DAF9C-6FA5-95D3-E82E-8AD2D5245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7EF86-21CD-8865-1025-0EC029DFB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7BA08D-2508-4814-9B72-0CBEDE82E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3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fpganow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amd.com/en/products/system-on-modules/kria/k26/kr260-robotics-starter-kit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DEB9-1246-36B6-1B47-41123A921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42581"/>
          </a:xfrm>
        </p:spPr>
        <p:txBody>
          <a:bodyPr anchor="t"/>
          <a:lstStyle/>
          <a:p>
            <a:r>
              <a:rPr lang="en-US" dirty="0"/>
              <a:t>10GB BATS Parser with Security Filter</a:t>
            </a:r>
            <a:br>
              <a:rPr lang="en-US" dirty="0"/>
            </a:br>
            <a:r>
              <a:rPr lang="en-US" sz="2800" dirty="0"/>
              <a:t>Proof of Concept</a:t>
            </a:r>
            <a:br>
              <a:rPr lang="en-US" dirty="0"/>
            </a:br>
            <a:r>
              <a:rPr lang="en-US" sz="2400" dirty="0">
                <a:hlinkClick r:id="rId2"/>
              </a:rPr>
              <a:t>https://fpganow.com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98807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42BB-F884-B9BF-B2F3-3C455CE38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Level Systems Diagram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6754A6-0E79-D057-C20A-4287D611ED94}"/>
              </a:ext>
            </a:extLst>
          </p:cNvPr>
          <p:cNvSpPr/>
          <p:nvPr/>
        </p:nvSpPr>
        <p:spPr>
          <a:xfrm>
            <a:off x="838200" y="2631661"/>
            <a:ext cx="7199671" cy="35718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Programmable Layer (PL)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EDE40D-A090-D788-0665-FC87E6ACE745}"/>
              </a:ext>
            </a:extLst>
          </p:cNvPr>
          <p:cNvSpPr/>
          <p:nvPr/>
        </p:nvSpPr>
        <p:spPr>
          <a:xfrm>
            <a:off x="3622406" y="3031715"/>
            <a:ext cx="3818155" cy="172878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LabVIEW FPGA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B3631A-4356-377F-E37A-9AB9BA92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AB8282-277C-F79B-FF58-8DCCE0392C93}"/>
              </a:ext>
            </a:extLst>
          </p:cNvPr>
          <p:cNvSpPr/>
          <p:nvPr/>
        </p:nvSpPr>
        <p:spPr>
          <a:xfrm>
            <a:off x="905488" y="3646867"/>
            <a:ext cx="625032" cy="427831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PCS/</a:t>
            </a:r>
          </a:p>
          <a:p>
            <a:pPr algn="ctr"/>
            <a:r>
              <a:rPr lang="en-US" sz="1200" dirty="0"/>
              <a:t>PMA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5819E2-F59A-1045-9DC9-8027A60A87FD}"/>
              </a:ext>
            </a:extLst>
          </p:cNvPr>
          <p:cNvSpPr/>
          <p:nvPr/>
        </p:nvSpPr>
        <p:spPr>
          <a:xfrm>
            <a:off x="1774479" y="3646868"/>
            <a:ext cx="568210" cy="42783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5D8845-E6DE-F6EB-A8DD-55686941486D}"/>
              </a:ext>
            </a:extLst>
          </p:cNvPr>
          <p:cNvSpPr/>
          <p:nvPr/>
        </p:nvSpPr>
        <p:spPr>
          <a:xfrm>
            <a:off x="2647220" y="3646868"/>
            <a:ext cx="756287" cy="42783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UDP/IP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BF1A9B-9250-BDCE-B66A-DA0E4E70C1A4}"/>
              </a:ext>
            </a:extLst>
          </p:cNvPr>
          <p:cNvSpPr/>
          <p:nvPr/>
        </p:nvSpPr>
        <p:spPr>
          <a:xfrm>
            <a:off x="3787253" y="3505975"/>
            <a:ext cx="831916" cy="709613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BATS Parser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29E1A4-D5CB-65F1-CBD6-CDF01D26D0A2}"/>
              </a:ext>
            </a:extLst>
          </p:cNvPr>
          <p:cNvSpPr/>
          <p:nvPr/>
        </p:nvSpPr>
        <p:spPr>
          <a:xfrm>
            <a:off x="4825995" y="3569077"/>
            <a:ext cx="756287" cy="583407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Filter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0E43B5-DE62-2D48-30C0-5A19A4733171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530520" y="3860783"/>
            <a:ext cx="2439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2446FF-17C0-AD8B-BEC8-347C84FF2B4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342689" y="3860783"/>
            <a:ext cx="3045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3624741-6E05-6943-08EC-FD7A1F55EC15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3403507" y="3860782"/>
            <a:ext cx="383746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FF3EDF-118E-14BF-5889-C7A4F6BEE0D3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4619169" y="3860781"/>
            <a:ext cx="20682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4D59E5C-1307-86DF-4B68-041C96BF3C7E}"/>
              </a:ext>
            </a:extLst>
          </p:cNvPr>
          <p:cNvCxnSpPr>
            <a:stCxn id="10" idx="3"/>
            <a:endCxn id="20" idx="1"/>
          </p:cNvCxnSpPr>
          <p:nvPr/>
        </p:nvCxnSpPr>
        <p:spPr>
          <a:xfrm>
            <a:off x="5582282" y="3860781"/>
            <a:ext cx="209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5122359-B72C-07D3-2EF1-FA3D5BBC4DB7}"/>
              </a:ext>
            </a:extLst>
          </p:cNvPr>
          <p:cNvGrpSpPr/>
          <p:nvPr/>
        </p:nvGrpSpPr>
        <p:grpSpPr>
          <a:xfrm>
            <a:off x="5792082" y="3569077"/>
            <a:ext cx="1412081" cy="888207"/>
            <a:chOff x="6500003" y="3251988"/>
            <a:chExt cx="1412081" cy="888207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A1820BA-56BA-CC83-E385-AC269F106286}"/>
                </a:ext>
              </a:extLst>
            </p:cNvPr>
            <p:cNvSpPr/>
            <p:nvPr/>
          </p:nvSpPr>
          <p:spPr>
            <a:xfrm>
              <a:off x="6500003" y="3251988"/>
              <a:ext cx="1107281" cy="58340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FIFOs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135250C1-2382-AB73-28FD-857EDE7948F8}"/>
                </a:ext>
              </a:extLst>
            </p:cNvPr>
            <p:cNvSpPr/>
            <p:nvPr/>
          </p:nvSpPr>
          <p:spPr>
            <a:xfrm>
              <a:off x="6652403" y="3404388"/>
              <a:ext cx="1107281" cy="58340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FIFOs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77FAEE0-A6D0-8CBF-1105-80230B6B9621}"/>
                </a:ext>
              </a:extLst>
            </p:cNvPr>
            <p:cNvSpPr/>
            <p:nvPr/>
          </p:nvSpPr>
          <p:spPr>
            <a:xfrm>
              <a:off x="6804803" y="3556788"/>
              <a:ext cx="1107281" cy="58340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FIFOs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67568A42-A0D0-EA0A-A4ED-A8449487A24F}"/>
              </a:ext>
            </a:extLst>
          </p:cNvPr>
          <p:cNvSpPr/>
          <p:nvPr/>
        </p:nvSpPr>
        <p:spPr>
          <a:xfrm>
            <a:off x="4712108" y="4881553"/>
            <a:ext cx="1725561" cy="9695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Other IP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34E0C25-ADA9-6F43-395F-E7DDB5317243}"/>
              </a:ext>
            </a:extLst>
          </p:cNvPr>
          <p:cNvSpPr/>
          <p:nvPr/>
        </p:nvSpPr>
        <p:spPr>
          <a:xfrm>
            <a:off x="5573359" y="5293165"/>
            <a:ext cx="625031" cy="32931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IP1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FC7B74F-B25F-7737-EAE4-8B2D990E31D1}"/>
              </a:ext>
            </a:extLst>
          </p:cNvPr>
          <p:cNvSpPr/>
          <p:nvPr/>
        </p:nvSpPr>
        <p:spPr>
          <a:xfrm>
            <a:off x="4817860" y="5293165"/>
            <a:ext cx="625031" cy="32931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IP1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66A66B7-7496-AA8B-61E4-178FA5D72D83}"/>
              </a:ext>
            </a:extLst>
          </p:cNvPr>
          <p:cNvCxnSpPr>
            <a:cxnSpLocks/>
            <a:stCxn id="27" idx="2"/>
            <a:endCxn id="33" idx="3"/>
          </p:cNvCxnSpPr>
          <p:nvPr/>
        </p:nvCxnSpPr>
        <p:spPr>
          <a:xfrm rot="5400000">
            <a:off x="5924187" y="4731488"/>
            <a:ext cx="1000540" cy="4521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2B9DF27A-19F8-C042-6481-9A3B84FFEDDA}"/>
              </a:ext>
            </a:extLst>
          </p:cNvPr>
          <p:cNvSpPr/>
          <p:nvPr/>
        </p:nvSpPr>
        <p:spPr>
          <a:xfrm>
            <a:off x="8042010" y="2631660"/>
            <a:ext cx="2488052" cy="357187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Processing System (PS)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966897-4279-071A-BDE8-3798303631CB}"/>
              </a:ext>
            </a:extLst>
          </p:cNvPr>
          <p:cNvSpPr/>
          <p:nvPr/>
        </p:nvSpPr>
        <p:spPr>
          <a:xfrm>
            <a:off x="8342402" y="3373110"/>
            <a:ext cx="2040445" cy="57770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C++ bare-metal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D9C2F01-FC70-74A9-1BF1-2844BB84B056}"/>
              </a:ext>
            </a:extLst>
          </p:cNvPr>
          <p:cNvSpPr/>
          <p:nvPr/>
        </p:nvSpPr>
        <p:spPr>
          <a:xfrm>
            <a:off x="8342401" y="4168515"/>
            <a:ext cx="2040445" cy="55254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PetaLinux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10CFE4BA-4E3B-65E2-557B-856FE7D35774}"/>
              </a:ext>
            </a:extLst>
          </p:cNvPr>
          <p:cNvCxnSpPr>
            <a:cxnSpLocks/>
            <a:stCxn id="27" idx="3"/>
            <a:endCxn id="43" idx="1"/>
          </p:cNvCxnSpPr>
          <p:nvPr/>
        </p:nvCxnSpPr>
        <p:spPr>
          <a:xfrm flipV="1">
            <a:off x="7204163" y="3661963"/>
            <a:ext cx="1138239" cy="50361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674DE4A9-3FEB-812F-9B0C-F35C2B72B413}"/>
              </a:ext>
            </a:extLst>
          </p:cNvPr>
          <p:cNvCxnSpPr>
            <a:cxnSpLocks/>
            <a:stCxn id="27" idx="3"/>
            <a:endCxn id="56" idx="1"/>
          </p:cNvCxnSpPr>
          <p:nvPr/>
        </p:nvCxnSpPr>
        <p:spPr>
          <a:xfrm>
            <a:off x="7204163" y="4165581"/>
            <a:ext cx="1138238" cy="27920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687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9409-9F10-40E1-94E0-A4FBECED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4896D-9427-D6B5-15B5-EAEB2A6D6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Kria KR260 Robotics Starter Kit</a:t>
            </a:r>
          </a:p>
          <a:p>
            <a:pPr lvl="1"/>
            <a:r>
              <a:rPr lang="en-US" dirty="0"/>
              <a:t>Cheap: $349.00</a:t>
            </a:r>
          </a:p>
          <a:p>
            <a:pPr lvl="1"/>
            <a:r>
              <a:rPr lang="en-US" dirty="0">
                <a:hlinkClick r:id="rId2"/>
              </a:rPr>
              <a:t>https://www.amd.com/en/products/system-on-modules/kria/k26/kr260-robotics-starter-kit.html</a:t>
            </a:r>
            <a:endParaRPr lang="en-US" dirty="0"/>
          </a:p>
          <a:p>
            <a:pPr lvl="1"/>
            <a:r>
              <a:rPr lang="en-US" dirty="0"/>
              <a:t>1 SFP+ Connector (10 Gigabit 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26" name="Picture 2" descr=" ">
            <a:extLst>
              <a:ext uri="{FF2B5EF4-FFF2-40B4-BE49-F238E27FC236}">
                <a16:creationId xmlns:a16="http://schemas.microsoft.com/office/drawing/2014/main" id="{2A24199D-DE5E-6AB9-CC80-C8EDA9EC2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905" y="3429000"/>
            <a:ext cx="269557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5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35CC-2717-EC1D-1F24-EA2FFED45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A47C0-F6F6-A517-84A6-FBC7F533C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Vivado</a:t>
            </a:r>
            <a:r>
              <a:rPr lang="en-US" dirty="0"/>
              <a:t> Block Design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3D584F-C65E-B779-7E0A-D6083ED48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932" y="2571750"/>
            <a:ext cx="1926899" cy="3028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DCE11D-6B46-404E-60F5-BB3DBAF64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314" y="3136107"/>
            <a:ext cx="2403947" cy="18790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677765-172D-0DF5-D4C4-30416B047BD9}"/>
              </a:ext>
            </a:extLst>
          </p:cNvPr>
          <p:cNvSpPr txBox="1"/>
          <p:nvPr/>
        </p:nvSpPr>
        <p:spPr>
          <a:xfrm>
            <a:off x="2245565" y="5807631"/>
            <a:ext cx="1135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PCS/PMA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DEE86-D787-97D8-BD0F-7389A4CC1CA8}"/>
              </a:ext>
            </a:extLst>
          </p:cNvPr>
          <p:cNvSpPr txBox="1"/>
          <p:nvPr/>
        </p:nvSpPr>
        <p:spPr>
          <a:xfrm>
            <a:off x="5038471" y="5187419"/>
            <a:ext cx="65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981300-3A8F-93A7-7AFF-72568C8DCAC2}"/>
              </a:ext>
            </a:extLst>
          </p:cNvPr>
          <p:cNvSpPr/>
          <p:nvPr/>
        </p:nvSpPr>
        <p:spPr>
          <a:xfrm>
            <a:off x="7835324" y="3450437"/>
            <a:ext cx="2022046" cy="122157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LabVIEW FPGA IP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E41121-2BA1-E911-21B2-414E2C017E7A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3776831" y="4075615"/>
            <a:ext cx="627483" cy="10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6E5EA9-C830-647C-BB1F-1EA140F60F72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 flipV="1">
            <a:off x="6808261" y="4061226"/>
            <a:ext cx="1027063" cy="14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037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8380-CD50-9969-B522-4B52BEACC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/ IP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9611C-0AAC-9994-E1B0-FDF7614A2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LabVIEW FPGA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71502-8E31-3881-C50C-EE55FA0C5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54" y="2600071"/>
            <a:ext cx="10454528" cy="315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830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2AE2-8B57-B586-0A51-8EBFF95B5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BATS Parser and Normalizer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B7875-46D2-4B30-A295-E0CA9D250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Parses UDP Network Data Stream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E6A52-5E5E-D3E3-C439-D5DE643E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206" y="2833481"/>
            <a:ext cx="5277587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17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DAC1B8-2B35-971F-598D-EDEAE84D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5B56-F236-ED1D-4019-30FE1E1EC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14B64-B142-B646-AC80-D3F052C2F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27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CB4C1-9F6B-CC5C-BC94-3DA823DB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6EB6B-5C59-236A-149F-6CE08F64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Normalized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CF757-F2E1-1B5D-A1CD-70AEFC4AA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LabVIEW FPGA Cluster Format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6CDFFD-BF10-F477-FB10-919790B75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627" y="2526927"/>
            <a:ext cx="2819734" cy="3480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8E30DD-EBF9-1C6F-6A32-64FFE7278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654" y="1690688"/>
            <a:ext cx="5353797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28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128</Words>
  <Application>Microsoft Office PowerPoint</Application>
  <PresentationFormat>Widescreen</PresentationFormat>
  <Paragraphs>37</Paragraphs>
  <Slides>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10GB BATS Parser with Security Filter Proof of Concept https://fpganow.com</vt:lpstr>
      <vt:lpstr>Overview</vt:lpstr>
      <vt:lpstr>Hardware</vt:lpstr>
      <vt:lpstr>Network Connectivity</vt:lpstr>
      <vt:lpstr>UDP / IP Stack</vt:lpstr>
      <vt:lpstr>BATS Parser and Normalizer</vt:lpstr>
      <vt:lpstr>Security Filter</vt:lpstr>
      <vt:lpstr>Normalized Messages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Stratoudakis</dc:creator>
  <cp:lastModifiedBy>John Stratoudakis</cp:lastModifiedBy>
  <cp:revision>3</cp:revision>
  <dcterms:created xsi:type="dcterms:W3CDTF">2025-09-14T15:25:17Z</dcterms:created>
  <dcterms:modified xsi:type="dcterms:W3CDTF">2025-09-16T01:15:04Z</dcterms:modified>
</cp:coreProperties>
</file>